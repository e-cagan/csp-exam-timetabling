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0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762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B07BDE-A0B3-89B7-BDF3-112076F4374A}"/>
              </a:ext>
            </a:extLst>
          </p:cNvPr>
          <p:cNvSpPr txBox="1"/>
          <p:nvPr/>
        </p:nvSpPr>
        <p:spPr>
          <a:xfrm>
            <a:off x="13081000" y="2819400"/>
            <a:ext cx="2133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Arial Black" panose="020B0A04020102020204" pitchFamily="34" charset="0"/>
              </a:rPr>
              <a:t>(CSP)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57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92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2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83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91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Custom</PresentationFormat>
  <Paragraphs>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YUSUF</dc:creator>
  <cp:lastModifiedBy>YUSUF BELLO GARGA</cp:lastModifiedBy>
  <cp:revision>3</cp:revision>
  <dcterms:created xsi:type="dcterms:W3CDTF">2006-08-16T00:00:00Z</dcterms:created>
  <dcterms:modified xsi:type="dcterms:W3CDTF">2026-03-01T20:20:31Z</dcterms:modified>
</cp:coreProperties>
</file>