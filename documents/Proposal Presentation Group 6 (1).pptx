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0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8F073EA-5D9E-9FB1-B5A7-5F1C21E19945}"/>
              </a:ext>
            </a:extLst>
          </p:cNvPr>
          <p:cNvGrpSpPr/>
          <p:nvPr/>
        </p:nvGrpSpPr>
        <p:grpSpPr>
          <a:xfrm>
            <a:off x="-101600" y="76200"/>
            <a:ext cx="16256000" cy="9067800"/>
            <a:chOff x="-101600" y="762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1600" y="76200"/>
              <a:ext cx="16256000" cy="90678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B07BDE-A0B3-89B7-BDF3-112076F4374A}"/>
                </a:ext>
              </a:extLst>
            </p:cNvPr>
            <p:cNvSpPr txBox="1"/>
            <p:nvPr/>
          </p:nvSpPr>
          <p:spPr>
            <a:xfrm>
              <a:off x="13081000" y="2819400"/>
              <a:ext cx="213360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b="1" dirty="0">
                  <a:latin typeface="Arial Black" panose="020B0A04020102020204" pitchFamily="34" charset="0"/>
                </a:rPr>
                <a:t>(CSP)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5130D2-50CD-6D98-173D-EB5FF46BD76C}"/>
                </a:ext>
              </a:extLst>
            </p:cNvPr>
            <p:cNvSpPr/>
            <p:nvPr/>
          </p:nvSpPr>
          <p:spPr>
            <a:xfrm>
              <a:off x="927100" y="3810000"/>
              <a:ext cx="14401800" cy="8617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Review of 24 Research Papers (2020 - 2026)</a:t>
              </a:r>
              <a:endParaRPr lang="en-US" sz="4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7726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</Words>
  <Application>Microsoft Office PowerPoint</Application>
  <PresentationFormat>Custom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YUSUF</dc:creator>
  <cp:lastModifiedBy>YUSUF BELLO GARGA</cp:lastModifiedBy>
  <cp:revision>3</cp:revision>
  <dcterms:created xsi:type="dcterms:W3CDTF">2006-08-16T00:00:00Z</dcterms:created>
  <dcterms:modified xsi:type="dcterms:W3CDTF">2026-03-08T19:13:47Z</dcterms:modified>
</cp:coreProperties>
</file>